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0A192F"/>
                </a:solidFill>
              </a:defRPr>
            </a:pPr>
            <a:r>
              <a:t>MarketMind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400">
                <a:solidFill>
                  <a:srgbClr val="666666"/>
                </a:solidFill>
              </a:defRPr>
            </a:pPr>
            <a:r>
              <a:t>AI-Orchestrated Financial Research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solidFill>
            <a:srgbClr val="0070F3"/>
          </a:solidFill>
          <a:ln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0A192F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MarketMind is a multi-agent system designed for the Indian stock and mutual fund markets.</a:t>
            </a:r>
          </a:p>
          <a:p>
            <a:pPr lvl="1"/>
            <a:r>
              <a:t>Synthesizes quantitative metrics, news sentiment, and historical trends.</a:t>
            </a:r>
          </a:p>
          <a:p>
            <a:pPr lvl="1"/>
            <a:r>
              <a:t>Provides retail-investor-friendly insights via AI agents.</a:t>
            </a:r>
          </a:p>
          <a:p>
            <a:pPr lvl="1"/>
            <a:r>
              <a:t>Interactive canvas for head-to-head comparisons and risk analysis.</a:t>
            </a:r>
          </a:p>
          <a:p>
            <a:pPr lvl="1"/>
            <a:r>
              <a:t>Automated data pipeline using GitHub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0A192F"/>
                </a:solidFill>
              </a:defRPr>
            </a:pPr>
            <a:r>
              <a:t>The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Frontend: Next.js 15 (App Router)</a:t>
            </a:r>
          </a:p>
          <a:p>
            <a:pPr lvl="1"/>
            <a:r>
              <a:t>TypeScript &amp; Tailwind CSS</a:t>
            </a:r>
          </a:p>
          <a:p>
            <a:pPr lvl="1"/>
            <a:r>
              <a:t>Recharts for visualization</a:t>
            </a:r>
          </a:p>
          <a:p>
            <a:pPr lvl="1"/>
            <a:r>
              <a:t>Zustand State Management</a:t>
            </a:r>
          </a:p>
          <a:p>
            <a:pPr>
              <a:defRPr b="1"/>
            </a:pPr>
            <a:r>
              <a:t>Backend: FastAPI (Python)</a:t>
            </a:r>
          </a:p>
          <a:p>
            <a:pPr lvl="1"/>
            <a:r>
              <a:t>Groq AI (Llama 3.1 70b)</a:t>
            </a:r>
          </a:p>
          <a:p>
            <a:pPr lvl="1"/>
            <a:r>
              <a:t>YFinance &amp; MFAPI.in Data</a:t>
            </a:r>
          </a:p>
          <a:p>
            <a:pPr lvl="1"/>
            <a:r>
              <a:t>Supabase (PostgreSQL)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0A192F"/>
                </a:solidFill>
              </a:defRPr>
            </a:pPr>
            <a:r>
              <a:t>Multi-Agent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Router Agent: Classifies user intent (Quant, News, Screener).</a:t>
            </a:r>
          </a:p>
          <a:p>
            <a:pPr/>
            <a:r>
              <a:t>Quant Agent: Fetches real-time market data &amp; computes metrics.</a:t>
            </a:r>
          </a:p>
          <a:p>
            <a:pPr/>
            <a:r>
              <a:t>News Parser: Scrapes RSS feeds and assigns AI-driven sentiment.</a:t>
            </a:r>
          </a:p>
          <a:p>
            <a:pPr/>
            <a:r>
              <a:t>Synthesis Core: Combines data into structured, actionable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0A192F"/>
                </a:solidFill>
              </a:defRPr>
            </a:pPr>
            <a:r>
              <a:t>Interactive Canvas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Split-View Layout: Chat conversation on left, deep-dive Canvas on right.</a:t>
            </a:r>
          </a:p>
          <a:p>
            <a:pPr lvl="1"/>
            <a:r>
              <a:t>MF Comparison: Normalized NAV charts for head-to-head analysis.</a:t>
            </a:r>
          </a:p>
          <a:p>
            <a:pPr lvl="1"/>
            <a:r>
              <a:t>Risk Metrics: Automated Alpha, Beta, Sharpe, and CAGR calculation.</a:t>
            </a:r>
          </a:p>
          <a:p>
            <a:pPr lvl="1"/>
            <a:r>
              <a:t>Portfolio Overlap: Concentration analysis and shared holdings.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0A192F"/>
                </a:solidFill>
              </a:defRPr>
            </a:pPr>
            <a:r>
              <a:t>Data Engine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Scheduled Pipelines (GitHub Actions):</a:t>
            </a:r>
          </a:p>
          <a:p>
            <a:pPr lvl="1"/>
            <a:r>
              <a:t>EOD Stock Fetch: Daily 16:30 IST update for Nifty 50/100/250.</a:t>
            </a:r>
          </a:p>
          <a:p>
            <a:pPr lvl="1"/>
            <a:r>
              <a:t>MF Sync: Automated metadata synchronization with Supabase.</a:t>
            </a:r>
          </a:p>
          <a:p>
            <a:pPr>
              <a:defRPr b="1"/>
            </a:pPr>
            <a:r>
              <a:t>Data Sources:</a:t>
            </a:r>
          </a:p>
          <a:p>
            <a:pPr lvl="1"/>
            <a:r>
              <a:t>YFinance, Google News RSS, and MFAPI.in.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0A192F"/>
                </a:solidFill>
              </a:defRPr>
            </a:pPr>
            <a:r>
              <a:t>Deployment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 deployed on Vercel (Edge Runtime ready)</a:t>
            </a:r>
          </a:p>
          <a:p>
            <a:pPr/>
            <a:r>
              <a:t>Backend deployed on Render (Python FastAPI)</a:t>
            </a:r>
          </a:p>
          <a:p>
            <a:pPr/>
            <a:r>
              <a:t>Database deployed on Supabase (Cloud PostgreSQL)</a:t>
            </a:r>
          </a:p>
          <a:p>
            <a:pPr/>
            <a:r>
              <a:t>Automation deployed on GitHub Actions (CI/CD + Data Cron)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0A192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400">
                <a:solidFill>
                  <a:srgbClr val="666666"/>
                </a:solidFill>
              </a:defRPr>
            </a:pPr>
            <a:r>
              <a:t>MarketMind: Empowering Retail Investors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